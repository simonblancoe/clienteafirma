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redetermin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769040"/>
            <a:ext cx="9071640" cy="279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E35F41B-E9C3-45FD-97E6-583A9D8E000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E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s-E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279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432000" indent="-324000">
              <a:spcAft>
                <a:spcPts val="141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Aft>
                <a:spcPts val="113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Aft>
                <a:spcPts val="283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AEEBEAC-A697-43AD-B381-6C9DE40BBDE8}" type="slidenum"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 txBox="1"/>
          <p:nvPr/>
        </p:nvSpPr>
        <p:spPr>
          <a:xfrm>
            <a:off x="1800000" y="2340000"/>
            <a:ext cx="5760000" cy="346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Hola Mundo!!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LibreOffice/25.2.5.2$Linux_X86_64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2012-06-07T16:52:23Z</dcterms:created>
  <dc:creator>Carlos Gamuci</dc:creator>
  <dc:description/>
  <dc:language>en-US</dc:language>
  <cp:lastModifiedBy>Carlos Gamuci</cp:lastModifiedBy>
  <dcterms:modified xsi:type="dcterms:W3CDTF">2012-06-07T16:52:51Z</dcterms:modified>
  <cp:revision>2</cp:revision>
  <dc:subject/>
  <dc:title/>
</cp:coreProperties>
</file>